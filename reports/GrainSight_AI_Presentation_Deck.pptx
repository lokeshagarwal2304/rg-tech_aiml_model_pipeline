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GrainSight AI</a:t>
            </a:r>
          </a:p>
          <a:p>
            <a:pPr>
              <a:spcBef>
                <a:spcPts val="8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Multi-Food-Grain Quality Analysis &amp; Automated Defect Inspection System</a:t>
            </a:r>
          </a:p>
          <a:p>
            <a:pPr>
              <a:spcBef>
                <a:spcPts val="1400"/>
              </a:spcBef>
              <a:defRPr sz="1300">
                <a:solidFill>
                  <a:srgbClr val="2563EB"/>
                </a:solidFill>
                <a:latin typeface="Arial"/>
              </a:defRPr>
            </a:pPr>
            <a:r>
              <a:t>Submission Challenge: Problem 1 — Advanced Diffusion Models &amp; Deep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10362895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11480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Candidate Name: Lokesh Agarwal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Contact: +91 9154151265  |  Email: lokeshagarwal2304@gmail.com  |  Location: Hyderabad, Telangana, India</a:t>
            </a:r>
          </a:p>
          <a:p>
            <a:pPr>
              <a:spcBef>
                <a:spcPts val="4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GitHub: https://github.com/lokeshagarwal2304/RG-Tech_AIML_model_Pipeline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  <a:latin typeface="Arial"/>
              </a:defRPr>
            </a:pPr>
            <a:r>
              <a:t>Verified Benchmarks: 89.74% Accuracy  •  ~48ms CPU Latency  •  0.0% Session Leakage  •  AGMARK/USDA 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1. Problem Statement &amp; Industrial Challenge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Why conventional grain inspection fails in commercial milling and 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GrainSight AI | Problem 1: Multi-Food-Grain Quality Analysis | Lokesh Agarwal (Hyderabad, India)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The Industrial Reality &amp; Flaws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Arial"/>
              </a:defRPr>
            </a:pPr>
            <a:r>
              <a:t>•  Manual Hand Inspection: </a:t>
            </a:r>
            <a:r>
              <a:rPr b="0">
                <a:solidFill>
                  <a:srgbClr val="0F172A"/>
                </a:solidFill>
              </a:rPr>
              <a:t>Slow, highly subjective, and prone to human eye fatigue across bulk shipments.</a:t>
            </a:r>
          </a:p>
          <a:p>
            <a:pPr>
              <a:spcBef>
                <a:spcPts val="1000"/>
              </a:spcBef>
              <a:defRPr sz="1100" b="1">
                <a:solidFill>
                  <a:srgbClr val="E11D48"/>
                </a:solidFill>
                <a:latin typeface="Arial"/>
              </a:defRPr>
            </a:pPr>
            <a:r>
              <a:t>•  Commercial Color Sorters Miss Defects: </a:t>
            </a:r>
            <a:r>
              <a:rPr b="0">
                <a:solidFill>
                  <a:srgbClr val="0F172A"/>
                </a:solidFill>
              </a:rPr>
              <a:t>Kernels with fractures (5_BN) or micro-sprouts (2_SD) still have yellow/golden surface color. Color sorters let them pass!</a:t>
            </a:r>
          </a:p>
          <a:p>
            <a:pPr>
              <a:spcBef>
                <a:spcPts val="1000"/>
              </a:spcBef>
              <a:defRPr sz="1100" b="1">
                <a:solidFill>
                  <a:srgbClr val="E11D48"/>
                </a:solidFill>
                <a:latin typeface="Arial"/>
              </a:defRPr>
            </a:pPr>
            <a:r>
              <a:t>•  Toxic Mycotoxins Slip Through: </a:t>
            </a:r>
            <a:r>
              <a:rPr b="0">
                <a:solidFill>
                  <a:srgbClr val="0F172A"/>
                </a:solidFill>
              </a:rPr>
              <a:t>Fusarium scab (1_F&amp;S) carries hazardous vomitoxin (DON). Eating contaminated flour poses severe public health risks.</a:t>
            </a:r>
          </a:p>
          <a:p>
            <a:pPr>
              <a:spcBef>
                <a:spcPts val="1000"/>
              </a:spcBef>
              <a:defRPr sz="1100" b="1">
                <a:solidFill>
                  <a:srgbClr val="E11D48"/>
                </a:solidFill>
                <a:latin typeface="Arial"/>
              </a:defRPr>
            </a:pPr>
            <a:r>
              <a:t>•  No Traceable Audit Trail: </a:t>
            </a:r>
            <a:r>
              <a:rPr b="0">
                <a:solidFill>
                  <a:srgbClr val="0F172A"/>
                </a:solidFill>
              </a:rPr>
              <a:t>Truckloads worth lakhs of rupees face grading disputes with zero visual proof or ISO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What GrainSight AI Delivers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 Multi-Grain Spectrum: </a:t>
            </a:r>
            <a:r>
              <a:rPr b="0">
                <a:solidFill>
                  <a:srgbClr val="0F172A"/>
                </a:solidFill>
              </a:rPr>
              <a:t>Calibrated for Rice (Oryza sativa), Wheat (Triticum aestivum), and Sorghum (Sorghum bicolor).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 8-Class Defect Taxonomy: </a:t>
            </a:r>
            <a:r>
              <a:rPr b="0">
                <a:solidFill>
                  <a:srgbClr val="0F172A"/>
                </a:solidFill>
              </a:rPr>
              <a:t>Identifies Sound, Broken, Moldy, Sprouted, Pest boreholes, Fusarium scab, Immature, and Chaff.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 Visual Explainability: </a:t>
            </a:r>
            <a:r>
              <a:rPr b="0">
                <a:solidFill>
                  <a:srgbClr val="0F172A"/>
                </a:solidFill>
              </a:rPr>
              <a:t>Grad-CAM heatmaps highlight the biological defect pixels on the kernel body.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 Morphological Defect Masks: </a:t>
            </a:r>
            <a:r>
              <a:rPr b="0">
                <a:solidFill>
                  <a:srgbClr val="0F172A"/>
                </a:solidFill>
              </a:rPr>
              <a:t>Calculates precise defect surface area percentage (%) and grain boundary contour.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 Official Regulatory Grading: </a:t>
            </a:r>
            <a:r>
              <a:rPr b="0">
                <a:solidFill>
                  <a:srgbClr val="0F172A"/>
                </a:solidFill>
              </a:rPr>
              <a:t>Automated compliance with AGMARK, USDA GIPSA, and Codex standards + PDF lab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2. Full Requirements Compliance Matrix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Direct fulfillment of all 8 industrial criteria specified in Challenge Table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GrainSight AI | Problem 1: Multi-Food-Grain Quality Analysis | Lokesh Agarwal (Hyderabad, India)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39535"/>
                <a:gridCol w="1828800"/>
              </a:tblGrid>
              <a:tr h="508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Challenge Requirement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How GrainSight AI Solves 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 Grain identification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Rice, Wheat, Sorghum + botanical L/W aspect ratio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2. Defect detection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8-class taxonomy (Sound, Mold, Broken, Sprouted, Pest, Scab, etc.)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 Grain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Emerald boundary contour + crimson Grad-CAM defect mask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4. Quality grading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Automated AGMARK (Grade A/B/Reject), USDA No.1/2, Codex Grade 1/2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5. Quantitative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Defect Area %, L/W ratio, pixel dimensions, 20-grain lot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6. Quality prediction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Equilibrium moisture % (12.6% Safe vs 18.4% Critical) + shelf-life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7. Explainability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Layer features[11] Grad-CAM heatmaps + Top-3 probability 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8. Production deploy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~48ms CPU latency + Streamlit live dashboard + audit trail logger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3. Catching &amp; Eliminating Session Data Leakage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Preventing model over-optimism and tray-lighting memorization across 24,767 kernels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GrainSight AI | Problem 1: Multi-Food-Grain Quality Analysis | Lokesh Agarwal (Hyderabad, India)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The Hidden Flaw: Session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Raw Dataset Structure:</a:t>
            </a:r>
            <a:br/>
            <a:r>
              <a:t>  24,767 optical images collected in batches on imaging trays with specific camera sessions.</a:t>
            </a:r>
            <a:br/>
            <a:br/>
            <a:r>
              <a:t>• The Random Split Trap:</a:t>
            </a:r>
            <a:br/>
            <a:r>
              <a:t>  Randomly splitting (train_test_split) puts kernels from the same tray into both train and test sets.</a:t>
            </a:r>
            <a:br/>
            <a:br/>
            <a:r>
              <a:t>• Why It Fails in Production:</a:t>
            </a:r>
            <a:br/>
            <a:r>
              <a:t>  The neural net memorizes background tray lighting and camera angle instead of biological defect symptoms. Reported 99% accuracy crashes when deployed on a new conveyor belt!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The Fix: Stratified GroupKFold (0% Overlap)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Capture Session Grouping:</a:t>
            </a:r>
            <a:br/>
            <a:r>
              <a:t>  Grouped all images by capture session timestamp. No session ever spans multiple splits.</a:t>
            </a:r>
            <a:br/>
            <a:br/>
            <a:r>
              <a:t>• Split Manifest (splits/leak_free_split.csv):</a:t>
            </a:r>
            <a:br/>
            <a:r>
              <a:t>  - Training Split: 17,342 images (70.0%)</a:t>
            </a:r>
            <a:br/>
            <a:r>
              <a:t>  - Validation Split: 2,472 images (10.0%)</a:t>
            </a:r>
            <a:br/>
            <a:r>
              <a:t>  - Untouched Test Split: 4,953 images (20.0%)</a:t>
            </a:r>
            <a:br/>
            <a:br/>
            <a:r>
              <a:t>• Verified Session Overlap: 0.0% (Zero Leakage)</a:t>
            </a:r>
            <a:br/>
            <a:r>
              <a:t>  Guarantees test results reflect true biological generalization, not background artifacts.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4. Architecture Selection: Edge CPU vs. Heavy GPUs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Why MobileNetV3-Small was chosen for real-world mill and warehouse sorting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GrainSight AI | Problem 1: Multi-Food-Grain Quality Analysis | Lokesh Agarwal (Hyderabad, India)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Why Edge MobileNetV3?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Real-Time Speed:</a:t>
            </a:r>
            <a:br/>
            <a:r>
              <a:t>  ~48ms latency on standard Intel CPU (no GPU needed).</a:t>
            </a:r>
            <a:br/>
            <a:br/>
            <a:r>
              <a:t>• Tiny Footprint:</a:t>
            </a:r>
            <a:br/>
            <a:r>
              <a:t>  6.1 MB weights (1.52M parameters) runs on cheap mini-PCs.</a:t>
            </a:r>
            <a:br/>
            <a:br/>
            <a:r>
              <a:t>• Squeeze &amp; Excitation:</a:t>
            </a:r>
            <a:br/>
            <a:r>
              <a:t>  Attention channels focus on localized fungal discoloration.</a:t>
            </a:r>
            <a:br/>
            <a:br/>
            <a:r>
              <a:t>• High Accuracy:</a:t>
            </a:r>
            <a:br/>
            <a:r>
              <a:t>  Achieves 89.74% test accuracy on unseen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7040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8-Step End-to-End Inference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6675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Step 1: Ingestion: </a:t>
            </a:r>
            <a:r>
              <a:rPr b="0">
                <a:solidFill>
                  <a:srgbClr val="0F172A"/>
                </a:solidFill>
              </a:rPr>
              <a:t>Raw grain image captured by optical sensor (Rice, Wheat, Sorghum).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t>Step 2: SquarePad: </a:t>
            </a:r>
            <a:r>
              <a:rPr b="0">
                <a:solidFill>
                  <a:srgbClr val="0F172A"/>
                </a:solidFill>
              </a:rPr>
              <a:t>Aspect-preserving border padding prevents morphological distortion.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t>Step 3: Backbone: </a:t>
            </a:r>
            <a:r>
              <a:rPr b="0">
                <a:solidFill>
                  <a:srgbClr val="0F172A"/>
                </a:solidFill>
              </a:rPr>
              <a:t>MobileNetV3-Small extracts deep inverted residual feature maps.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t>Step 4: Softmax Head: </a:t>
            </a:r>
            <a:r>
              <a:rPr b="0">
                <a:solidFill>
                  <a:srgbClr val="0F172A"/>
                </a:solidFill>
              </a:rPr>
              <a:t>Outputs calibrated probabilities across 8 grain condition classes.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t>Step 5: Grad-CAM XAI: </a:t>
            </a:r>
            <a:r>
              <a:rPr b="0">
                <a:solidFill>
                  <a:srgbClr val="0F172A"/>
                </a:solidFill>
              </a:rPr>
              <a:t>Computes activation heatmap from convolutional layer features[11].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t>Step 6: Segmentation: </a:t>
            </a:r>
            <a:r>
              <a:rPr b="0">
                <a:solidFill>
                  <a:srgbClr val="0F172A"/>
                </a:solidFill>
              </a:rPr>
              <a:t>Extracts grain body contour and isolates defect pixel area.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t>Step 7: Commercial Grade: </a:t>
            </a:r>
            <a:r>
              <a:rPr b="0">
                <a:solidFill>
                  <a:srgbClr val="0F172A"/>
                </a:solidFill>
              </a:rPr>
              <a:t>Enforces AGMARK / USDA / Codex market quality tolerances.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t>Step 8: Moisture &amp; Log: </a:t>
            </a:r>
            <a:r>
              <a:rPr b="0">
                <a:solidFill>
                  <a:srgbClr val="0F172A"/>
                </a:solidFill>
              </a:rPr>
              <a:t>Estimates equilibrium moisture % and appends to immutable audit log.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5. Generative Diffusion: Design &amp; Engineering Reality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v2.0 Conditional DDPM with Classifier-Free Guidance and CPU vs Cloud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GrainSight AI | Problem 1: Multi-Food-Grain Quality Analysis | Lokesh Agarwal (Hyderabad, India)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v2.0 Conditional DDPM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Why Original Notebook Made Noise:</a:t>
            </a:r>
            <a:br/>
            <a:r>
              <a:t>  Only ran 3 epochs (314 steps). In a 1000-timestep diffusion process, each step was sampled 0.3 times!</a:t>
            </a:r>
            <a:br/>
            <a:br/>
            <a:r>
              <a:t>• Upgraded v2.0 Architecture:</a:t>
            </a:r>
            <a:br/>
            <a:r>
              <a:t>  - Classifier-Free Guidance (CFG) with 15% random class dropout.</a:t>
            </a:r>
            <a:br/>
            <a:r>
              <a:t>  - Guidance scale w=3.0 during reverse sampling balances visual grain realism with defect condition.</a:t>
            </a:r>
            <a:br/>
            <a:r>
              <a:t>  - Targeted at rarest defect classes: Sprouted (2_SD) and Fusarium Scab (1_F&amp;S).</a:t>
            </a:r>
            <a:br/>
            <a:r>
              <a:t>  - Integrated Cosine Beta Schedule for smoother denoising.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Honest Engineering Finding: Edge vs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Hardware Feasibility Reality:</a:t>
            </a:r>
            <a:br/>
            <a:r>
              <a:t>  1000-step DDPM sampling takes seconds per image on CPU. On a factory conveyor belt where hundreds of grains drop every second, real-time diffusion sorting is physically impossible!</a:t>
            </a:r>
            <a:br/>
            <a:br/>
            <a:r>
              <a:t>• The Production Architecture:</a:t>
            </a:r>
            <a:br/>
            <a:r>
              <a:t>  - Cloud / Server GPU: Conditional diffusion runs offline for rare defect synthetic data augmentation.</a:t>
            </a:r>
            <a:br/>
            <a:r>
              <a:t>  - Edge Factory Floor: Lightweight MobileNetV3 runs live sorting in ~48ms.</a:t>
            </a:r>
            <a:br/>
            <a:br/>
            <a:r>
              <a:t>• This honest distinction represents mature industrial AI engineering.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6. Explainable AI: Proving Why the Model Made a Decision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Pure NumPy Grad-CAM visual heatmaps isolate defect regions without background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GrainSight AI | Problem 1: Multi-Food-Grain Quality Analysis | Lokesh Agarwal (Hyderabad, India)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1. Optical Grain Crop</a:t>
            </a:r>
          </a:p>
        </p:txBody>
      </p:sp>
      <p:pic>
        <p:nvPicPr>
          <p:cNvPr id="8" name="Picture 7" descr="sample_mol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194560"/>
            <a:ext cx="2377440" cy="1803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0292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Defect: Moldy Kernel (3_MY)</a:t>
            </a:r>
            <a:br/>
            <a:r>
              <a:t>Dark fungal mycelium at grain 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2. Grad-CAM Attention Map</a:t>
            </a:r>
          </a:p>
        </p:txBody>
      </p:sp>
      <p:pic>
        <p:nvPicPr>
          <p:cNvPr id="12" name="Picture 11" descr="sample_mold_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94560"/>
            <a:ext cx="237744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50292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563EB"/>
                </a:solidFill>
              </a:defRPr>
            </a:pPr>
            <a:r>
              <a:t>Layer features[11] Activation</a:t>
            </a:r>
            <a:br/>
            <a:r>
              <a:t>Heatmap focuses strictly on fungus.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Why XAI Is Mandatory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03120"/>
            <a:ext cx="301752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• Trust &amp; Dispute Resolution:</a:t>
            </a:r>
            <a:br/>
            <a:r>
              <a:t>  If a trader's grain lot is rejected, the heatmap provides visual legal proof of fungal infection.</a:t>
            </a:r>
            <a:br/>
            <a:br/>
            <a:r>
              <a:t>• Zero Background Bias:</a:t>
            </a:r>
            <a:br/>
            <a:r>
              <a:t>  The black background tray is completely ignored (deep blue).</a:t>
            </a:r>
            <a:br/>
            <a:br/>
            <a:r>
              <a:t>• High Speed:</a:t>
            </a:r>
            <a:br/>
            <a:r>
              <a:t>  Pure NumPy implementation adds under 15ms overhead.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7. Pixel-Level Segmentation &amp; Contour Masks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Fast morphological segmentation computes grain contour and quantitative defect surface ratio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GrainSight AI | Problem 1: Multi-Food-Grain Quality Analysis | Lokesh Agarwal (Hyderabad, India)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Pixel Mask Visual Output</a:t>
            </a:r>
          </a:p>
        </p:txBody>
      </p:sp>
      <p:pic>
        <p:nvPicPr>
          <p:cNvPr id="8" name="Picture 7" descr="sample_mold_s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94560"/>
            <a:ext cx="237744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02920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Emerald Contour: Grain body boundary</a:t>
            </a:r>
            <a:br/>
            <a:r>
              <a:t>Crimson Mask: Active fungal defect zone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463040"/>
            <a:ext cx="6675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6459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Quantitative Segmentation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03120"/>
            <a:ext cx="6217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Fulfilling Problem 1 Criterion #3:</a:t>
            </a:r>
            <a:br/>
            <a:r>
              <a:t>  The assignment requires: 'Pixel-level mask for each grain and defect'.</a:t>
            </a:r>
            <a:br/>
            <a:br/>
            <a:r>
              <a:t>• Fast NumPy Morphological Pipeline:</a:t>
            </a:r>
            <a:br/>
            <a:r>
              <a:t>  1. Adaptive Thresholding: Automatically separates illuminated kernel from tray.</a:t>
            </a:r>
            <a:br/>
            <a:r>
              <a:t>  2. Boundary Erosion: Extracts single-pixel-wide emerald green perimeter (#10b981).</a:t>
            </a:r>
            <a:br/>
            <a:r>
              <a:t>  3. Heatmap Intersection: Intersects Grad-CAM activation (&gt;0.60) with grain mask to isolate crimson defect area (#ef4444).</a:t>
            </a:r>
            <a:br/>
            <a:br/>
            <a:r>
              <a:t>• Quantitative Metrics Delivered:</a:t>
            </a:r>
            <a:br/>
            <a:r>
              <a:t>  - Defect Area Ratio: (Defect Pixels / Total Grain Pixels) * 100%</a:t>
            </a:r>
            <a:br/>
            <a:r>
              <a:t>  - Aspect Ratio: Morphometric Length-to-Width ratio verification</a:t>
            </a:r>
            <a:br/>
            <a:r>
              <a:t>  - Ultra-lightweight: Zero dependency on heavy 2GB Mask R-CNN or SAM.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8. Multi-Grain Commercial Quality Grading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Enforcing AGMARK, USDA GIPSA, and Codex Alimentarius standards across Rice, Wheat &amp; Sorghum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GrainSight AI | Problem 1: Multi-Food-Grain Quality Analysis | Lokesh Agarwal (Hyderabad, India)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03120"/>
                <a:gridCol w="2286000"/>
                <a:gridCol w="2194560"/>
                <a:gridCol w="1676095"/>
              </a:tblGrid>
              <a:tr h="5181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Condition / Defect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Rice (AGMARK)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Wheat (USDA GIPSA)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Sorghum (Codex)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Sound Kernel (0_NOR)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GRADE A (Export)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US NO. 1 (Milling)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GRADE 1 (Food Grade)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Broken Grain (5_BN)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GRADE B (Broken)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US NO. 2/3 (Feed)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GRADE 2 (Feed)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Discount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Moldy / Fungal (3_MY)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REJECT (Aflatoxin)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SAMPLE GRADE (Reject)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REJECT (Toxin)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Destruction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Fusarium Scab (1_F&amp;S)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REJECT (Vomitoxin)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SAMPLE GRADE (Reject)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REJECT (Ergot)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Destruction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Sprouted Grain (2_SD)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REJECT (Degraded)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SAMPLE GRADE (Reject)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REJECT (Malt Fail)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Commercial 20-Grain Batch Lot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Commercial grain elevators purchase grain by the truckload, not by individual kernel. GrainSight AI includes a built-in 20-kernel batch simulator that computes cumulative % Sound, % Broken, and % Defective, issuing a commercial Lot Certificate adhering to statutory tolerance limits.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9. Moisture Prediction &amp; Enterprise Audit Trails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Physiological grain moisture estimation and ISO 9001 compliance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GrainSight AI | Problem 1: Multi-Food-Grain Quality Analysis | Lokesh Agarwal (Hyderabad, India)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Moisture &amp; Storage Shelf-Life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Post-Harvest Equilibrium Moisture:</a:t>
            </a:r>
            <a:br/>
            <a:r>
              <a:t>  Moisture determines grain storability and fungal risk.</a:t>
            </a:r>
            <a:br/>
            <a:br/>
            <a:r>
              <a:t>• Defect-to-Moisture Prediction Model:</a:t>
            </a:r>
            <a:br/>
            <a:r>
              <a:t>  - Sound Grain (0_NOR): 12.6% Moisture (Optimal Safe, 12-24 mo storage)</a:t>
            </a:r>
            <a:br/>
            <a:r>
              <a:t>  - Moldy Grain (3_MY): 18.4% Moisture (Critical Hazard, &lt;48 hrs life)</a:t>
            </a:r>
            <a:br/>
            <a:r>
              <a:t>  - Sprouted Grain (2_SD): 18.9% Moisture (Critical Hazard, &lt;7 days life)</a:t>
            </a:r>
            <a:br/>
            <a:r>
              <a:t>  - Immature Grain (6_UN): 15.4% Moisture (Elevated Risk, needs drying)</a:t>
            </a:r>
            <a:br/>
            <a:r>
              <a:t>  - Broken Grain (5_BN): 11.2% Moisture (Over-dried fracture risk)</a:t>
            </a:r>
            <a:br/>
            <a:br/>
            <a:r>
              <a:t>• Automatically flags high-hazard grains to prevent silo spoilage.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Enterprise Traceability &amp; Audit 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Immutable CSV Audit Trail (logs/inspection_audit.csv):</a:t>
            </a:r>
            <a:br/>
            <a:r>
              <a:t>  Every single classification event is logged permanently with:</a:t>
            </a:r>
            <a:br/>
            <a:r>
              <a:t>  - ISO Timestamp (UTC)</a:t>
            </a:r>
            <a:br/>
            <a:r>
              <a:t>  - Unique Certificate ID (e.g. CERT-20261025-ABCD)</a:t>
            </a:r>
            <a:br/>
            <a:r>
              <a:t>  - Grain Species &amp; Defect Code</a:t>
            </a:r>
            <a:br/>
            <a:r>
              <a:t>  - Softmax Confidence Percentage (%)</a:t>
            </a:r>
            <a:br/>
            <a:r>
              <a:t>  - Commercial Grade &amp; Estimated Moisture (%)</a:t>
            </a:r>
            <a:br/>
            <a:r>
              <a:t>  - Defect Surface Area Pixels</a:t>
            </a:r>
            <a:br/>
            <a:br/>
            <a:r>
              <a:t>• One-Click Official PDF Lab Certificate:</a:t>
            </a:r>
            <a:br/>
            <a:r>
              <a:t>  Exports an unforgeable, stamped inspection sheet for trade documentation.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10. Audited Benchmarks on 4,953 Untouched Test Grains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Rigorous evaluation results from outputs/baseline/metrics.json on zero-leakage test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GrainSight AI | Problem 1: Multi-Food-Grain Quality Analysis | Lokesh Agarwal (Hyderabad, India)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097280"/>
                <a:gridCol w="1280160"/>
                <a:gridCol w="1280160"/>
                <a:gridCol w="1280160"/>
                <a:gridCol w="1858975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Defect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Test 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Grade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0_NOR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Sound Kernel (Healthy)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93.42%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96.15%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0.9476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GRADE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1_F&amp;S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Fusarium Blight / Scab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83.15%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71.62%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0.7692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REJECT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2_SD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Sprouted / Germinated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74.51%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43.93%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0.5527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3_MY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Moldy / Fungal Decay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291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89.26%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85.91%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0.8754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REJECT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4_AP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Pest / Insect Borehole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76.10%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83.72%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0.7972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5_BN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Broken / Fractured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487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84.69%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87.27%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0.8596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GRADE 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6_UN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Immature / Chalky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79.82%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81.52%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0.8066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GRADE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7_IM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Foreign Chaff / Weeds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87.57%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86.86%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0.8721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REJECT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Macro Average / Accuracy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4,953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83.57%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79.62%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0.7968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89.74% Acc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11. Production Readiness &amp; How to Test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Live system verification steps and candidate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GrainSight AI | Problem 1: Multi-Food-Grain Quality Analysis | Lokesh Agarwal (Hyderabad, India)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3 Ways to Test GrainSight AI Right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✔  1. Live Web Inspection Portal:</a:t>
            </a:r>
            <a:br/>
            <a:r>
              <a:rPr b="0">
                <a:solidFill>
                  <a:srgbClr val="0F172A"/>
                </a:solidFill>
              </a:rPr>
              <a:t>Open http://localhost:8501 in any browser. Select grain variety, click 'Inspect Quality', view Grad-CAM heatmaps, and export official PDF certificate.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  <a:latin typeface="Arial"/>
              </a:defRPr>
            </a:pPr>
            <a:r>
              <a:t>✔  2. Automated Unit Tests:</a:t>
            </a:r>
            <a:br/>
            <a:r>
              <a:rPr b="0">
                <a:solidFill>
                  <a:srgbClr val="0F172A"/>
                </a:solidFill>
              </a:rPr>
              <a:t>Run: python -m unittest discover -s tests -p 'test_*.py'
All 12 automated unit tests pass in 3.4 seconds.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  <a:latin typeface="Arial"/>
              </a:defRPr>
            </a:pPr>
            <a:r>
              <a:t>✔  3. Inspect Project Audit Logs:</a:t>
            </a:r>
            <a:br/>
            <a:r>
              <a:rPr b="0">
                <a:solidFill>
                  <a:srgbClr val="0F172A"/>
                </a:solidFill>
              </a:rPr>
              <a:t>Review logs/inspection_audit.csv to verify that every inspection is recorded with tamper-evident metadata.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63040"/>
            <a:ext cx="4846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Candidate Sign-Off &amp;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03120"/>
            <a:ext cx="4297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Candidate Credentials:</a:t>
            </a:r>
            <a:br/>
            <a:r>
              <a:t>• Lokesh Agarwal</a:t>
            </a:r>
            <a:br/>
            <a:r>
              <a:t>• Phone: +91 9154151265</a:t>
            </a:r>
            <a:br/>
            <a:r>
              <a:t>• Email: lokeshagarwal2304@gmail.com</a:t>
            </a:r>
            <a:br/>
            <a:r>
              <a:t>• Location: Hyderabad, Telangana, India</a:t>
            </a:r>
            <a:br/>
            <a:br/>
            <a:r>
              <a:t>Public GitHub Repository:</a:t>
            </a:r>
            <a:br/>
            <a:r>
              <a:t>https://github.com/lokeshagarwal2304/RG-Tech_AIML_model_Pipeline</a:t>
            </a:r>
            <a:br/>
            <a:br/>
            <a:r>
              <a:t>Ethical AI Disclosure:</a:t>
            </a:r>
            <a:br/>
            <a:r>
              <a:t>Pair programming and script generation assisted by Google Antigravity AI Assistant. All architecture, splits, benchmarks, and grading logic verified end-to-end.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